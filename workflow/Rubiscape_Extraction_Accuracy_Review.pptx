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9D55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D7DCE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Correct</c:v>
                </c:pt>
                <c:pt idx="1">
                  <c:v>Incorrect</c:v>
                </c:pt>
                <c:pt idx="2">
                  <c:v>Not yet captured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189</c:v>
                </c:pt>
                <c:pt idx="1">
                  <c:v>7</c:v>
                </c:pt>
                <c:pt idx="2">
                  <c:v>36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9D55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D7DCE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Correct</c:v>
                </c:pt>
                <c:pt idx="1">
                  <c:v>Incorrect</c:v>
                </c:pt>
                <c:pt idx="2">
                  <c:v>Not yet captured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87</c:v>
                </c:pt>
                <c:pt idx="1">
                  <c:v>5</c:v>
                </c:pt>
                <c:pt idx="2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Vendor-filled</c:v>
                </c:pt>
              </c:strCache>
            </c:strRef>
          </c:tx>
          <c:spPr>
            <a:solidFill>
              <a:srgbClr val="4450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Pump</c:v>
                  </c:pt>
                  <c:pt idx="1">
                    <c:v>Motor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</c:v>
                </c:pt>
                <c:pt idx="1">
                  <c:v>112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Grabbed by Rubiscape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Pump</c:v>
                  </c:pt>
                  <c:pt idx="1">
                    <c:v>Motor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197</c:v>
                </c:pt>
                <c:pt idx="1">
                  <c:v>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Pump</c:v>
                  </c:pt>
                  <c:pt idx="1">
                    <c:v>Motor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189</c:v>
                </c:pt>
                <c:pt idx="1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822960"/>
            <a:ext cx="1463040" cy="1463040"/>
          </a:xfrm>
          <a:prstGeom prst="ellipse">
            <a:avLst/>
          </a:prstGeom>
          <a:solidFill>
            <a:srgbClr val="2D3B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RUBISCAPE DATA EXTRACTION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Datasheet Digitization — Accuracy Assessment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&amp; Motor Equipment Datasheets  —  Trial 4 (as of Aug 3–4, 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Cell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Limited, Pune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6035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Rubiscape is extracting the majority of prefilled datasheet fields — with high accuracy where data is captured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Vendor-filled fields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(Pump + Motor)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0116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47872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(fields Rubiscape attempted)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20116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9944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captured fields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20116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72016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extractions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(across both sheets)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345 fields vendors filled on the original datasheets, Rubiscape auto-populated 291 (84%). Of those it populated, 276 matched the vendor value exactly (95% accuracy) and 12 were incorrect — the remainder are fields the tool has not yet captured.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DF3E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6811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for management: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 is strong (~93-95%) wherever the tool captures a value; the primary gap is coverage — roughly 1 in 6 vendor-filled fields is not yet being picked up.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OF 2 — PUMP DATASHEET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 Datasheet: MP-PP031-P600173 A/B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Water Pump (10 kg/cm²g) — KSB Limited, CPK 80-315 · 1000 KTA PVC Plant, Nagothane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vendor-filled fields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94960" y="17830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fields on datasheet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94960" y="22402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Vendor-filled fields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0" y="26974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Rubiscape grabbed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94960" y="31546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extractions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94960" y="36118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extractions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94960" y="40690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not yet captured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94960" y="4663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captured fields: </a:t>
            </a:r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/ 197 = 96%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 OF 2 — MOTOR DATASHEET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Datasheet: MP-PP031-M600173 A/B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Water Pump Motor (IE2, 3-Phase SCIM) — CG Power &amp; Industrial Solutions · PVC Plant, Nagothane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vendor-filled fields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94960" y="17830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fields on datasheet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94960" y="22402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Vendor-filled fields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0" y="26974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Rubiscape grabbed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94960" y="31546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extractions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94960" y="3611880"/>
            <a:ext cx="62179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extractions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94960" y="4069080"/>
            <a:ext cx="6217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not yet captured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94960" y="4663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captured fields: </a:t>
            </a:r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94 = 93%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 vs. Motor: Coverage &amp; Accuracy Side by Side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6304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1874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(96%) and Motor (93%) show comparable extraction accuracy once a field is captured — the model behaves consistently across equipment types.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21040" y="297180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has a coverage edge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captured 85% of vendor fields (197/233) vs. Motor's 84% (94/112) — coverage is nearly identical across both datasheet types.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21040" y="448056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4572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rare, not systemic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03920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 incorrect extractions total across 291 captured fields (~4%) — errors are scattered, not concentrated in one field category.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55 Uncaptured Fields Are Concentrated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datasheets, missed fields cluster into a few recognizable categories — not random noise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Measure (UOM)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90195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UOM, Density UOM, Nozzle size UOM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0" y="190195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fields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64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52928"/>
            <a:ext cx="365760" cy="36576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432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/ Performance Values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7432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Brake Power, Hydraulic Power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0" y="27432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fields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11064240" cy="7315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6941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5844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Mode Flags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5844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Continuous/Intermittent, Single/Parallel, Running vs. Standby count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358444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fields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11064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535424"/>
            <a:ext cx="365760" cy="36576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4256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Construction Detail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42569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bearing housing, Annex H class material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41280" y="442569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fields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93792"/>
            <a:ext cx="11064240" cy="7315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376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376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26694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/ Secondary Specs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526694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connections, balancing grade, vibration monitoring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241280" y="526694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fields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Incorrect Extractions (Illustrative)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mismatches are minor formatting or unit-notation differences, not factual errors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017520"/>
        </p:xfrm>
        <a:graphic>
          <a:graphicData uri="http://schemas.openxmlformats.org/drawingml/2006/table">
            <a:tbl>
              <a:tblPr/>
              <a:tblGrid>
                <a:gridCol w="3291840"/>
                <a:gridCol w="3886200"/>
                <a:gridCol w="3886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Rubiscape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-031'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Impeller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 Nozzle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Rotation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  CCW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Code (Motor)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NP3701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DF3E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93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“incorrect” flags stem from field-level ambiguity (e.g. leading punctuation, differing unit notation) rather than the model reading the wrong value — worth a lighter-weight normalization pass before re-scoring accuracy.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 Close the Coverage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8928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UOM &amp; flag fields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~12 unit-of-measure and operational-flag fields first — these are structurally repetitive and likely the fastest accuracy win.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269480" y="18928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before scoring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23774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basic text normalization (punctuation, unit notation) before comparing vendor vs. Rubiscape values, to separate true errors from formatting noise.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463040" y="4087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trial 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5720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Trial 5 across a broader sample of pump/motor tags to confirm the ~93-96% accuracy holds beyond this single equipment pair.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4069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69480" y="4087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coverage target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45720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target capture rate (e.g. 90%+) for the next trial and track it alongside accuracy as a joint KPI.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Limited  |  Digital Transformation Cell  |  Rubiscape Data Extraction 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2026-08-04T06:12:37Z</dcterms:created>
  <dcterms:modified xsi:type="dcterms:W3CDTF">2026-08-04T06:12:37Z</dcterms:modified>
</cp:coreProperties>
</file>